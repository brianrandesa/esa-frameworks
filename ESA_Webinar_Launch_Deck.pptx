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sa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5943600" cy="20723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3840480"/>
            <a:ext cx="8503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Webinar Launch.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7A6B6"/>
                </a:solidFill>
                <a:latin typeface="Poppins"/>
              </a:rPr>
              <a:t>Your client acquisition machine, built in 45 days. We fill your webinar with your buyers and make it sound like you. You present and close. We do the rest.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sa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10149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BB1E6"/>
                </a:solidFill>
                <a:latin typeface="Poppins"/>
              </a:rPr>
              <a:t>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Poppins"/>
              </a:rPr>
              <a:t>Before we dive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2BB1E6"/>
                </a:solidFill>
                <a:latin typeface="Poppins"/>
              </a:rPr>
              <a:t>?  Who is on the call today?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BB1E6"/>
                </a:solidFill>
                <a:latin typeface="Poppins"/>
              </a:rPr>
              <a:t>?  Can you hear me ok, and see my screen?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BB1E6"/>
                </a:solidFill>
                <a:latin typeface="Poppins"/>
              </a:rPr>
              <a:t>?  How much time did you set aside for today?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BB1E6"/>
                </a:solidFill>
                <a:latin typeface="Poppins"/>
              </a:rPr>
              <a:t>?  In the next 30 minutes, what is the most important thing you want to gain?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sa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10149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BB1E6"/>
                </a:solidFill>
                <a:latin typeface="Poppins"/>
              </a:rPr>
              <a:t>WHY 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Poppins"/>
              </a:rPr>
              <a:t>We fill webinars and turn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Poppins"/>
              </a:rPr>
              <a:t>attendees into buyers.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BB1E6"/>
                </a:solidFill>
                <a:latin typeface="Poppins"/>
              </a:rPr>
              <a:t>$60M  in event sales       200+  events filled       60K+  tickets sold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7A6B6"/>
                </a:solidFill>
                <a:latin typeface="Poppins"/>
              </a:rPr>
              <a:t>Led by Brian Rand and the number one ticket sales team in the space. Buyers, not bodies. Speed to lead. Protect your brand.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sa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10149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BB1E6"/>
                </a:solidFill>
                <a:latin typeface="Poppins"/>
              </a:rPr>
              <a:t>THE RECEIPTS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Poppins"/>
              </a:rPr>
              <a:t>Results we have driven.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7BC15F"/>
                </a:solidFill>
                <a:latin typeface="Poppins"/>
              </a:rPr>
              <a:t>$9M  on a single virtual event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7BC15F"/>
                </a:solidFill>
                <a:latin typeface="Poppins"/>
              </a:rPr>
              <a:t>$13M  in 30 days with a $40K offer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7BC15F"/>
                </a:solidFill>
                <a:latin typeface="Poppins"/>
              </a:rPr>
              <a:t>$3.5M  at one event, 200 virtual attendees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7BC15F"/>
                </a:solidFill>
                <a:latin typeface="Poppins"/>
              </a:rPr>
              <a:t>$2.3M  in a single weekend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7BC15F"/>
                </a:solidFill>
                <a:latin typeface="Poppins"/>
              </a:rPr>
              <a:t>$1.5M  with a $50K offer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7BC15F"/>
                </a:solidFill>
                <a:latin typeface="Poppins"/>
              </a:rPr>
              <a:t>75%  of tickets sold over the phone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7A6B6"/>
                </a:solidFill>
                <a:latin typeface="Poppins"/>
              </a:rPr>
              <a:t>Past client and ESA event results. Not a prediction of your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sa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10149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7BC15F"/>
                </a:solidFill>
                <a:latin typeface="Poppins"/>
              </a:rPr>
              <a:t>WHERE YOU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Poppins"/>
              </a:rPr>
              <a:t>Where are you now?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2BB1E6"/>
                </a:solidFill>
                <a:latin typeface="Poppins"/>
              </a:rPr>
              <a:t>?  Have you run an event before? Live or virtual? Free or paid?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BB1E6"/>
                </a:solidFill>
                <a:latin typeface="Poppins"/>
              </a:rPr>
              <a:t>?  What is the webinar idea, and the hook?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BB1E6"/>
                </a:solidFill>
                <a:latin typeface="Poppins"/>
              </a:rPr>
              <a:t>?  Do you have 5 to 10 case studies or proof you can show?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sa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10149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7BC15F"/>
                </a:solidFill>
                <a:latin typeface="Poppins"/>
              </a:rPr>
              <a:t>WHERE YOU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Poppins"/>
              </a:rPr>
              <a:t>Let us look at your audience,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2BB1E6"/>
                </a:solidFill>
                <a:latin typeface="Poppins"/>
              </a:rPr>
              <a:t>?  Email list size? Social following?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BB1E6"/>
                </a:solidFill>
                <a:latin typeface="Poppins"/>
              </a:rPr>
              <a:t>?  Screen share it. We look at real engagement: story views, likes, comments. Not follower count.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BB1E6"/>
                </a:solidFill>
                <a:latin typeface="Poppins"/>
              </a:rPr>
              <a:t>?  Where do your clients come from right now?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sa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10149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7BC15F"/>
                </a:solidFill>
                <a:latin typeface="Poppins"/>
              </a:rPr>
              <a:t>WHERE YOU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Poppins"/>
              </a:rPr>
              <a:t>Your offer and the engine.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2BB1E6"/>
                </a:solidFill>
                <a:latin typeface="Poppins"/>
              </a:rPr>
              <a:t>?  What is the back end offer you would sell, and the price?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BB1E6"/>
                </a:solidFill>
                <a:latin typeface="Poppins"/>
              </a:rPr>
              <a:t>?  What would you do with 100 booked leads a month?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BB1E6"/>
                </a:solidFill>
                <a:latin typeface="Poppins"/>
              </a:rPr>
              <a:t>?  If we could fill a webinar with your buyers on demand, what changes?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sa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10149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7BC15F"/>
                </a:solidFill>
                <a:latin typeface="Poppins"/>
              </a:rPr>
              <a:t>MAKE SURE IT 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Poppins"/>
              </a:rPr>
              <a:t>Let us make sure this is a fit.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BB1E6"/>
                </a:solidFill>
                <a:latin typeface="Poppins"/>
              </a:rPr>
              <a:t>?  Where is the business at right now? Are you profitable?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BB1E6"/>
                </a:solidFill>
                <a:latin typeface="Poppins"/>
              </a:rPr>
              <a:t>?  This runs on paid ads. Are you set up to invest in the build plus at least $5,000 in ad spend to fill your webinar?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BB1E6"/>
                </a:solidFill>
                <a:latin typeface="Poppins"/>
              </a:rPr>
              <a:t>?  Your engagement. Real story views, likes, and comments tell us the market already wants what you have.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BB1E6"/>
                </a:solidFill>
                <a:latin typeface="Poppins"/>
              </a:rPr>
              <a:t>?  If now is not the right time, we will tell you straight.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7A6B6"/>
                </a:solidFill>
                <a:latin typeface="Poppins"/>
              </a:rPr>
              <a:t>We only take on people we know we can help. We would rather get you ready than take your money for something that will not work yet.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sa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10149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BB1E6"/>
                </a:solidFill>
                <a:latin typeface="Poppins"/>
              </a:rPr>
              <a:t>THE REAL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You do not have a lead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Poppins"/>
              </a:rPr>
              <a:t>You have a predictability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7A6B6"/>
                </a:solidFill>
                <a:latin typeface="Poppins"/>
              </a:rPr>
              <a:t>Everything rides on who happens to send someone your way. There is no lever you can pull on demand. A webinar is that lever. Here is how the math works.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sa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10149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BB1E6"/>
                </a:solidFill>
                <a:latin typeface="Poppins"/>
              </a:rPr>
              <a:t>THE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Poppins"/>
              </a:rPr>
              <a:t>A webinar is not a stage. It is a lead generation machine.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BB1E6"/>
                </a:solidFill>
                <a:latin typeface="Poppins"/>
              </a:rPr>
              <a:t>100 register      ~30 show up live      ~10 book a call      100 are leads we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7A6B6"/>
                </a:solidFill>
                <a:latin typeface="Poppins"/>
              </a:rPr>
              <a:t>You are not buying 10 booked calls. You are building a list of 100 buyers who raised their hand. The no shows and the no books are still yours. That is the lever you have been missing.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sa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10149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BB1E6"/>
                </a:solidFill>
                <a:latin typeface="Poppins"/>
              </a:rPr>
              <a:t>IMAGINE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Poppins"/>
              </a:rPr>
              <a:t>Picture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Poppins"/>
              </a:rPr>
              <a:t>Filling your webinar with 100 of your ideal buyers, whenever you choose.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7A6B6"/>
                </a:solidFill>
                <a:latin typeface="Poppins"/>
              </a:rPr>
              <a:t>You stop praying for referrals and start deciding when you grow. What would that change for you?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sa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10149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BB1E6"/>
                </a:solidFill>
                <a:latin typeface="Poppins"/>
              </a:rPr>
              <a:t>THE NUMBERS THAT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Poppins"/>
              </a:rPr>
              <a:t>"What is a client worth</a:t>
            </a:r>
          </a:p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Poppins"/>
              </a:rPr>
              <a:t>to you over a year?"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D6E0EA"/>
                </a:solidFill>
                <a:latin typeface="Poppins"/>
              </a:rPr>
              <a:t>So if we put 100 of those buyers in your webinar and you close even 2, what did this just do for you? One client makes the entire thing a rounding error.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sa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10149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BB1E6"/>
                </a:solidFill>
                <a:latin typeface="Poppins"/>
              </a:rPr>
              <a:t>THE COST OF WAITING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Poppins"/>
              </a:rPr>
              <a:t>And if nothing changes?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D6E0EA"/>
                </a:solidFill>
                <a:latin typeface="Poppins"/>
              </a:rPr>
              <a:t>Same spot a year from now. Same dependency, same hoping the phone rings. And you will likely have burned through more on random marketing experiments that went nowhere.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Poppins"/>
              </a:rPr>
              <a:t>The cost is not the fee. It is another year at the mercy of referrals.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sa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10149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BB1E6"/>
                </a:solidFill>
                <a:latin typeface="Poppins"/>
              </a:rPr>
              <a:t>WHAT WE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Poppins"/>
              </a:rPr>
              <a:t>Build the house, hand you the keys.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2BB1E6"/>
                </a:solidFill>
                <a:latin typeface="Poppins"/>
              </a:rPr>
              <a:t>Fill the webinar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D6E0EA"/>
                </a:solidFill>
                <a:latin typeface="Poppins"/>
              </a:rPr>
              <a:t>Ads, creative, messaging, and the hook that gets cold buyers to register. We run the ads on your account.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2BB1E6"/>
                </a:solidFill>
                <a:latin typeface="Poppins"/>
              </a:rPr>
              <a:t>The system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D6E0EA"/>
                </a:solidFill>
                <a:latin typeface="Poppins"/>
              </a:rPr>
              <a:t>Funnel, CRM, automations, speed to lead, email and SMS. The full machine in GoHighLevel.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2BB1E6"/>
                </a:solidFill>
                <a:latin typeface="Poppins"/>
              </a:rPr>
              <a:t>Convert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D6E0EA"/>
                </a:solidFill>
                <a:latin typeface="Poppins"/>
              </a:rPr>
              <a:t>Your slide deck, the proven webinar framework, and we work every lead. Day of support while you present.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sa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10149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BB1E6"/>
                </a:solidFill>
                <a:latin typeface="Poppins"/>
              </a:rPr>
              <a:t>EVERYTHING INCLUDED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Poppins"/>
              </a:rPr>
              <a:t>Here is everything you 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D6E0EA"/>
                </a:solidFill>
                <a:latin typeface="Poppins"/>
              </a:rPr>
              <a:t>•  The full webinar funnel: registration, confirmation, reminder, and replay pages in GoHighLevel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D6E0EA"/>
                </a:solidFill>
                <a:latin typeface="Poppins"/>
              </a:rPr>
              <a:t>•  CRM, pipeline, and A2P compliant texting set up for you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D6E0EA"/>
                </a:solidFill>
                <a:latin typeface="Poppins"/>
              </a:rPr>
              <a:t>•  Up to 50 static ads, 20 video scripts, and your VSL script, and we run the ads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D6E0EA"/>
                </a:solidFill>
                <a:latin typeface="Poppins"/>
              </a:rPr>
              <a:t>•  Full email and SMS sequences: reminders, no show, replay, and nurture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D6E0EA"/>
                </a:solidFill>
                <a:latin typeface="Poppins"/>
              </a:rPr>
              <a:t>•  An AI bot that works every lead with speed to lead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D6E0EA"/>
                </a:solidFill>
                <a:latin typeface="Poppins"/>
              </a:rPr>
              <a:t>•  Your slide deck and the proven webinar sales framework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D6E0EA"/>
                </a:solidFill>
                <a:latin typeface="Poppins"/>
              </a:rPr>
              <a:t>•  Day of support: we are on the webinar running the tech while you present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D6E0EA"/>
                </a:solidFill>
                <a:latin typeface="Poppins"/>
              </a:rPr>
              <a:t>•  Weekly 1 on 1 calls, daily Slack, and a dedicated account manager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D6E0EA"/>
                </a:solidFill>
                <a:latin typeface="Poppins"/>
              </a:rPr>
              <a:t>•  The 165 point build, 8 phase QA you approve, plus video training so your team can run it after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sa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10149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BB1E6"/>
                </a:solidFill>
                <a:latin typeface="Poppins"/>
              </a:rPr>
              <a:t>THE AI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Poppins"/>
              </a:rPr>
              <a:t>We make it think like your business and sound like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D6E0EA"/>
                </a:solidFill>
                <a:latin typeface="Poppins"/>
              </a:rPr>
              <a:t>•  Your Business Brain. An AI brain of your business: your offer, story, proof, and market. Yours to keep.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D6E0EA"/>
                </a:solidFill>
                <a:latin typeface="Poppins"/>
              </a:rPr>
              <a:t>•  Your voice, captured. We ingest your past emails, SMS, and sales scripts so every message sounds like you.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D6E0EA"/>
                </a:solidFill>
                <a:latin typeface="Poppins"/>
              </a:rPr>
              <a:t>•  Your sales motion, learned. We take recordings of your past sales calls, the ones that closed and the ones that did not, so the AI learns how you actually sell.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D6E0EA"/>
                </a:solidFill>
                <a:latin typeface="Poppins"/>
              </a:rPr>
              <a:t>•  Every message and every follow up sounds like you, not a generic funnel.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sa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10149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BB1E6"/>
                </a:solidFill>
                <a:latin typeface="Poppins"/>
              </a:rPr>
              <a:t>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Poppins"/>
              </a:rPr>
              <a:t>Predictable, not magic.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D6E0EA"/>
                </a:solidFill>
                <a:latin typeface="Poppins"/>
              </a:rPr>
              <a:t>Ad spend (your account, minimum)      $5,000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D6E0EA"/>
                </a:solidFill>
                <a:latin typeface="Poppins"/>
              </a:rPr>
              <a:t>Cost per registrant ($30 to $50)      about $50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D6E0EA"/>
                </a:solidFill>
                <a:latin typeface="Poppins"/>
              </a:rPr>
              <a:t>Registrants, then live (30%), then booked (30%)      100 / 30 / 10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D6E0EA"/>
                </a:solidFill>
                <a:latin typeface="Poppins"/>
              </a:rPr>
              <a:t>Real leads worked (call, text, email)     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7A6B6"/>
                </a:solidFill>
                <a:latin typeface="Poppins"/>
              </a:rPr>
              <a:t>The first webinar gives us your true cost per registration and show rate. Every one after gets sharper.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sa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10149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BB1E6"/>
                </a:solidFill>
                <a:latin typeface="Poppins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Poppins"/>
              </a:rPr>
              <a:t>Our own webinar.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Poppins"/>
              </a:rPr>
              <a:t>$5K ads, about 300 registrants, about 100 live, 25 booked, 7 sold at $15K, $105K.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D6E0EA"/>
                </a:solidFill>
                <a:latin typeface="Poppins"/>
              </a:rPr>
              <a:t>Our own webinar, our $15K offer. About a 21x return on ad spend. That was warm, so model cold lower. The system is repeatable, not a one time event.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7A6B6"/>
                </a:solidFill>
                <a:latin typeface="Poppins"/>
              </a:rPr>
              <a:t>Illustrative example of one ESA campaign. Not a prediction of your results.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sa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10149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BB1E6"/>
                </a:solidFill>
                <a:latin typeface="Poppins"/>
              </a:rPr>
              <a:t>THE 45 DAY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Poppins"/>
              </a:rPr>
              <a:t>From kickoff to a full webinar.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D6E0EA"/>
                </a:solidFill>
                <a:latin typeface="Poppins"/>
              </a:rPr>
              <a:t>Week 1     Onboarding, access, A2P submitted, and your Business Brain built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D6E0EA"/>
                </a:solidFill>
                <a:latin typeface="Poppins"/>
              </a:rPr>
              <a:t>Week 2 to 3     Funnel, CRM, automations, the AI bot, and your voice captured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D6E0EA"/>
                </a:solidFill>
                <a:latin typeface="Poppins"/>
              </a:rPr>
              <a:t>Week 4     Ad creative, your slide deck, the sales framework, full QA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D6E0EA"/>
                </a:solidFill>
                <a:latin typeface="Poppins"/>
              </a:rPr>
              <a:t>Week 5 to 6     Ads live, your webinar fills, you present, we support you live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sa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10149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BB1E6"/>
                </a:solidFill>
                <a:latin typeface="Poppins"/>
              </a:rPr>
              <a:t>THE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Poppins"/>
              </a:rPr>
              <a:t>What this would cost in pieces.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D6E0EA"/>
                </a:solidFill>
                <a:latin typeface="Poppins"/>
              </a:rPr>
              <a:t>Media buyer or ad agency      $3,000 / mo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D6E0EA"/>
                </a:solidFill>
                <a:latin typeface="Poppins"/>
              </a:rPr>
              <a:t>Funnel and CRM build      $5,000+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D6E0EA"/>
                </a:solidFill>
                <a:latin typeface="Poppins"/>
              </a:rPr>
              <a:t>Copywriter: ads, emails, SMS, VSL      $4,000+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D6E0EA"/>
                </a:solidFill>
                <a:latin typeface="Poppins"/>
              </a:rPr>
              <a:t>AI setup and automations      $3,000+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D6E0EA"/>
                </a:solidFill>
                <a:latin typeface="Poppins"/>
              </a:rPr>
              <a:t>Sales deck, framework, day of support      $3,000+</a:t>
            </a:r>
          </a:p>
          <a:p>
            <a:pPr algn="l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Poppins"/>
              </a:rPr>
              <a:t>Pieced together, and months of herding      $18,000+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2BB1E6"/>
                </a:solidFill>
                <a:latin typeface="Poppins"/>
              </a:rPr>
              <a:t>One team, done in 45 days      $9,800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sa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10149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BB1E6"/>
                </a:solidFill>
                <a:latin typeface="Poppins"/>
              </a:rPr>
              <a:t>YOUR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7000" b="1">
                <a:solidFill>
                  <a:srgbClr val="FFFFFF"/>
                </a:solidFill>
                <a:latin typeface="Poppins"/>
              </a:rPr>
              <a:t>$9,800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D6E0EA"/>
                </a:solidFill>
                <a:latin typeface="Poppins"/>
              </a:rPr>
              <a:t>one time, build and first webinar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D6E0EA"/>
                </a:solidFill>
                <a:latin typeface="Poppins"/>
              </a:rPr>
              <a:t>Plus 10% of back end revenue (only above the $9,800)      10%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D6E0EA"/>
                </a:solidFill>
                <a:latin typeface="Poppins"/>
              </a:rPr>
              <a:t>Ad spend, your account, minimum per webinar      $5,000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D6E0EA"/>
                </a:solidFill>
                <a:latin typeface="Poppins"/>
              </a:rPr>
              <a:t>Payment, in full to start      $9,800, or Affirm / Klarna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7BC15F"/>
                </a:solidFill>
                <a:latin typeface="Poppins"/>
              </a:rPr>
              <a:t>Skin in the game: the 10% only kicks in above your first $9,800 collected. If you do not make your investment back, we do not take a percentage.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sa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10149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7BC15F"/>
                </a:solidFill>
                <a:latin typeface="Poppins"/>
              </a:rPr>
              <a:t>TWO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Poppins"/>
              </a:rPr>
              <a:t>Either way, you win.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7BC15F"/>
                </a:solidFill>
                <a:latin typeface="Poppins"/>
              </a:rPr>
              <a:t>YOU ARE A FIT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D6E0EA"/>
                </a:solidFill>
                <a:latin typeface="Poppins"/>
              </a:rPr>
              <a:t>Webinar Launch. We build the full machine and the AI layer, and fill your webinar. The offer you just saw.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BB1E6"/>
                </a:solidFill>
                <a:latin typeface="Poppins"/>
              </a:rPr>
              <a:t>NOT YET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D6E0EA"/>
                </a:solidFill>
                <a:latin typeface="Poppins"/>
              </a:rPr>
              <a:t>30 Day Engagement Sprint. 30 pieces of content in 30 days to prove the market wants it, then graduate to the webinar.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sa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10149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BB1E6"/>
                </a:solidFill>
                <a:latin typeface="Poppins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Poppins"/>
              </a:rPr>
              <a:t>How we get started.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D6E0EA"/>
                </a:solidFill>
                <a:latin typeface="Poppins"/>
              </a:rPr>
              <a:t>1.   We come to an agreement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D6E0EA"/>
                </a:solidFill>
                <a:latin typeface="Poppins"/>
              </a:rPr>
              <a:t>2.   We sign the contract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D6E0EA"/>
                </a:solidFill>
                <a:latin typeface="Poppins"/>
              </a:rPr>
              <a:t>3.   We send the invoice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D6E0EA"/>
                </a:solidFill>
                <a:latin typeface="Poppins"/>
              </a:rPr>
              <a:t>4.   We schedule your onboarding call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D6E0EA"/>
                </a:solidFill>
                <a:latin typeface="Poppins"/>
              </a:rPr>
              <a:t>5.   We fill your webinar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sa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920240"/>
            <a:ext cx="4754880" cy="16578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3749039"/>
            <a:ext cx="9418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Poppins"/>
              </a:rPr>
              <a:t>Let us get the right people in your webinar.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BB1E6"/>
                </a:solidFill>
                <a:latin typeface="Poppins"/>
              </a:rPr>
              <a:t>Ready to get started?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